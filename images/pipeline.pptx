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12" r:id="rId2"/>
  </p:sldIdLst>
  <p:sldSz cx="24387175" cy="13716000"/>
  <p:notesSz cx="13716000" cy="2438717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jU1IlTTZD3bgpzhqsac+JpuNgN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2C9"/>
    <a:srgbClr val="DCEF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33"/>
  </p:normalViewPr>
  <p:slideViewPr>
    <p:cSldViewPr snapToGrid="0">
      <p:cViewPr varScale="1">
        <p:scale>
          <a:sx n="54" d="100"/>
          <a:sy n="54" d="100"/>
        </p:scale>
        <p:origin x="696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5" d="100"/>
        <a:sy n="10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82" d="100"/>
          <a:sy n="82" d="100"/>
        </p:scale>
        <p:origin x="2224" y="-9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2" Type="http://schemas.openxmlformats.org/officeDocument/2006/relationships/slide" Target="slides/slide1.xml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6" Type="http://schemas.openxmlformats.org/officeDocument/2006/relationships/tableStyles" Target="tableStyles.xml"/><Relationship Id="rId65" Type="http://schemas.openxmlformats.org/officeDocument/2006/relationships/theme" Target="theme/theme1.xml"/><Relationship Id="rId6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F8893177-DF47-1D3E-9D04-02F4AE53B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>
            <a:extLst>
              <a:ext uri="{FF2B5EF4-FFF2-40B4-BE49-F238E27FC236}">
                <a16:creationId xmlns:a16="http://schemas.microsoft.com/office/drawing/2014/main" id="{D2470691-973A-6BED-06FD-2C12868445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10:notes">
            <a:extLst>
              <a:ext uri="{FF2B5EF4-FFF2-40B4-BE49-F238E27FC236}">
                <a16:creationId xmlns:a16="http://schemas.microsoft.com/office/drawing/2014/main" id="{7E19E178-B0B8-E86C-4096-160E27EF9D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dirty="0"/>
              <a:t>No mesmo documento, podem encontrar um conjunto de objetivos que pretendo desenvolver para a minha carreira nos próximos cinco anos. Entre estes, destaco a elaboração de um livro pedagógico associado à unidade curricular que proponho, a organização local de conferências de relevo na área e a representação da Universidade de Aveiro em comunidades científicas de destaque nas quais já participo.</a:t>
            </a:r>
            <a:endParaRPr dirty="0"/>
          </a:p>
        </p:txBody>
      </p:sp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73409EC2-4E61-C53A-207D-33F0E12D6C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093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577F679F-8671-8D71-488E-B4797F349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GUÍA Python: qué es y por qué deberías aprenderlo | IEBS Business School">
            <a:extLst>
              <a:ext uri="{FF2B5EF4-FFF2-40B4-BE49-F238E27FC236}">
                <a16:creationId xmlns:a16="http://schemas.microsoft.com/office/drawing/2014/main" id="{C2D72EE6-3229-3692-709C-56390B7D0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778" y="10509886"/>
            <a:ext cx="3721616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69AC8F8C-F6D8-6278-FD0E-1D0F483CFC25}"/>
              </a:ext>
            </a:extLst>
          </p:cNvPr>
          <p:cNvGrpSpPr/>
          <p:nvPr/>
        </p:nvGrpSpPr>
        <p:grpSpPr>
          <a:xfrm>
            <a:off x="1553632" y="3569183"/>
            <a:ext cx="21279909" cy="6577634"/>
            <a:chOff x="1615410" y="4278717"/>
            <a:chExt cx="21279909" cy="6577634"/>
          </a:xfrm>
        </p:grpSpPr>
        <p:pic>
          <p:nvPicPr>
            <p:cNvPr id="5" name="Picture 2" descr="spaCy - Wikipedia">
              <a:extLst>
                <a:ext uri="{FF2B5EF4-FFF2-40B4-BE49-F238E27FC236}">
                  <a16:creationId xmlns:a16="http://schemas.microsoft.com/office/drawing/2014/main" id="{6E8614BB-5427-7383-1124-02847FF35E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54939" y="9956351"/>
              <a:ext cx="2009303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eautifulSoup connector | Matatika">
              <a:extLst>
                <a:ext uri="{FF2B5EF4-FFF2-40B4-BE49-F238E27FC236}">
                  <a16:creationId xmlns:a16="http://schemas.microsoft.com/office/drawing/2014/main" id="{88B9B521-2761-4B21-982E-063753EBA8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06" t="13953" r="5996" b="13830"/>
            <a:stretch/>
          </p:blipFill>
          <p:spPr bwMode="auto">
            <a:xfrm>
              <a:off x="7919310" y="9776351"/>
              <a:ext cx="3050100" cy="10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>
              <a:extLst>
                <a:ext uri="{FF2B5EF4-FFF2-40B4-BE49-F238E27FC236}">
                  <a16:creationId xmlns:a16="http://schemas.microsoft.com/office/drawing/2014/main" id="{D0CE64BF-38CD-2276-C664-8733422195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7768" y="9963494"/>
              <a:ext cx="2949505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blue icon with a black background&#10;&#10;Description automatically generated">
              <a:extLst>
                <a:ext uri="{FF2B5EF4-FFF2-40B4-BE49-F238E27FC236}">
                  <a16:creationId xmlns:a16="http://schemas.microsoft.com/office/drawing/2014/main" id="{269B97FE-919E-5F6F-CC78-A0935BF9C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5736" t="26406" r="26044" b="26576"/>
            <a:stretch/>
          </p:blipFill>
          <p:spPr>
            <a:xfrm>
              <a:off x="13413520" y="4278717"/>
              <a:ext cx="3692144" cy="3600000"/>
            </a:xfrm>
            <a:prstGeom prst="rect">
              <a:avLst/>
            </a:prstGeom>
          </p:spPr>
        </p:pic>
        <p:pic>
          <p:nvPicPr>
            <p:cNvPr id="15" name="Picture 14" descr="A blue robotic claw and a document&#10;&#10;Description automatically generated with medium confidence">
              <a:extLst>
                <a:ext uri="{FF2B5EF4-FFF2-40B4-BE49-F238E27FC236}">
                  <a16:creationId xmlns:a16="http://schemas.microsoft.com/office/drawing/2014/main" id="{F262FED8-3837-ABA3-1211-15DD6EE2E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0473" t="19927" r="18878" b="27676"/>
            <a:stretch/>
          </p:blipFill>
          <p:spPr>
            <a:xfrm>
              <a:off x="7360904" y="4278717"/>
              <a:ext cx="4166914" cy="3600000"/>
            </a:xfrm>
            <a:prstGeom prst="rect">
              <a:avLst/>
            </a:prstGeom>
          </p:spPr>
        </p:pic>
        <p:pic>
          <p:nvPicPr>
            <p:cNvPr id="22" name="Picture 21" descr="A blue icon with a graph and a check mark&#10;&#10;Description automatically generated">
              <a:extLst>
                <a:ext uri="{FF2B5EF4-FFF2-40B4-BE49-F238E27FC236}">
                  <a16:creationId xmlns:a16="http://schemas.microsoft.com/office/drawing/2014/main" id="{BB126F6E-0A4C-1021-6658-B8C9A45D7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0438" t="28019" r="27665" b="30924"/>
            <a:stretch/>
          </p:blipFill>
          <p:spPr>
            <a:xfrm>
              <a:off x="18991366" y="4278717"/>
              <a:ext cx="3673684" cy="3600000"/>
            </a:xfrm>
            <a:prstGeom prst="rect">
              <a:avLst/>
            </a:prstGeom>
          </p:spPr>
        </p:pic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7AE6491D-6D71-316A-3177-B13BA369A46E}"/>
                </a:ext>
              </a:extLst>
            </p:cNvPr>
            <p:cNvSpPr/>
            <p:nvPr/>
          </p:nvSpPr>
          <p:spPr>
            <a:xfrm>
              <a:off x="1615410" y="8716095"/>
              <a:ext cx="4134223" cy="833718"/>
            </a:xfrm>
            <a:prstGeom prst="roundRect">
              <a:avLst/>
            </a:prstGeom>
            <a:solidFill>
              <a:srgbClr val="4092C9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2800" b="1" dirty="0">
                  <a:latin typeface="PT Mono" panose="02060509020205020204" pitchFamily="49" charset="77"/>
                </a:rPr>
                <a:t>Web browsing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399F9067-29F3-5E2D-B86B-2876EBEB3473}"/>
                </a:ext>
              </a:extLst>
            </p:cNvPr>
            <p:cNvSpPr/>
            <p:nvPr/>
          </p:nvSpPr>
          <p:spPr>
            <a:xfrm>
              <a:off x="7377249" y="8716095"/>
              <a:ext cx="4134223" cy="833718"/>
            </a:xfrm>
            <a:prstGeom prst="roundRect">
              <a:avLst/>
            </a:prstGeom>
            <a:solidFill>
              <a:srgbClr val="4092C9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2800" b="1" dirty="0">
                  <a:latin typeface="PT Mono" panose="02060509020205020204" pitchFamily="49" charset="77"/>
                </a:rPr>
                <a:t>Web scraping</a:t>
              </a:r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E49B7006-33CE-1EC6-B3CC-FC33F87E4089}"/>
                </a:ext>
              </a:extLst>
            </p:cNvPr>
            <p:cNvSpPr/>
            <p:nvPr/>
          </p:nvSpPr>
          <p:spPr>
            <a:xfrm>
              <a:off x="13192480" y="8729442"/>
              <a:ext cx="4134223" cy="833718"/>
            </a:xfrm>
            <a:prstGeom prst="roundRect">
              <a:avLst/>
            </a:prstGeom>
            <a:solidFill>
              <a:srgbClr val="4092C9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2800" b="1" dirty="0">
                  <a:latin typeface="PT Mono" panose="02060509020205020204" pitchFamily="49" charset="77"/>
                </a:rPr>
                <a:t>Data mining</a:t>
              </a:r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0EB26547-7B0A-0EF5-01BE-2603444B225E}"/>
                </a:ext>
              </a:extLst>
            </p:cNvPr>
            <p:cNvSpPr/>
            <p:nvPr/>
          </p:nvSpPr>
          <p:spPr>
            <a:xfrm>
              <a:off x="18761096" y="8716095"/>
              <a:ext cx="4134223" cy="833718"/>
            </a:xfrm>
            <a:prstGeom prst="roundRect">
              <a:avLst/>
            </a:prstGeom>
            <a:solidFill>
              <a:srgbClr val="4092C9"/>
            </a:solidFill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T" sz="2800" b="1" dirty="0">
                  <a:latin typeface="PT Mono" panose="02060509020205020204" pitchFamily="49" charset="77"/>
                </a:rPr>
                <a:t>Data visualisation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802545C-5618-2609-6A06-B23CBA48DA53}"/>
                </a:ext>
              </a:extLst>
            </p:cNvPr>
            <p:cNvCxnSpPr/>
            <p:nvPr/>
          </p:nvCxnSpPr>
          <p:spPr>
            <a:xfrm>
              <a:off x="5749633" y="9102271"/>
              <a:ext cx="1627616" cy="0"/>
            </a:xfrm>
            <a:prstGeom prst="straightConnector1">
              <a:avLst/>
            </a:prstGeom>
            <a:ln w="1270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83DCD09-39E2-89CE-CDEA-B1F1D41ECA22}"/>
                </a:ext>
              </a:extLst>
            </p:cNvPr>
            <p:cNvCxnSpPr>
              <a:cxnSpLocks/>
              <a:stCxn id="24" idx="3"/>
              <a:endCxn id="25" idx="1"/>
            </p:cNvCxnSpPr>
            <p:nvPr/>
          </p:nvCxnSpPr>
          <p:spPr>
            <a:xfrm>
              <a:off x="11511472" y="9132954"/>
              <a:ext cx="1681008" cy="13347"/>
            </a:xfrm>
            <a:prstGeom prst="straightConnector1">
              <a:avLst/>
            </a:prstGeom>
            <a:ln w="1270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CEDBF09-75AF-4142-EB6A-BA482D4CEECF}"/>
                </a:ext>
              </a:extLst>
            </p:cNvPr>
            <p:cNvCxnSpPr>
              <a:cxnSpLocks/>
              <a:stCxn id="25" idx="3"/>
              <a:endCxn id="26" idx="1"/>
            </p:cNvCxnSpPr>
            <p:nvPr/>
          </p:nvCxnSpPr>
          <p:spPr>
            <a:xfrm flipV="1">
              <a:off x="17326703" y="9132954"/>
              <a:ext cx="1434393" cy="13347"/>
            </a:xfrm>
            <a:prstGeom prst="straightConnector1">
              <a:avLst/>
            </a:prstGeom>
            <a:ln w="12700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 descr="A computer screen with a computer screen and a computer screen&#10;&#10;Description automatically generated with medium confidence">
              <a:extLst>
                <a:ext uri="{FF2B5EF4-FFF2-40B4-BE49-F238E27FC236}">
                  <a16:creationId xmlns:a16="http://schemas.microsoft.com/office/drawing/2014/main" id="{8A633663-3993-4496-F99D-7B06FA8EF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3075" t="20950" r="20334" b="22229"/>
            <a:stretch/>
          </p:blipFill>
          <p:spPr>
            <a:xfrm>
              <a:off x="1889842" y="4342414"/>
              <a:ext cx="3585360" cy="3600000"/>
            </a:xfrm>
            <a:prstGeom prst="rect">
              <a:avLst/>
            </a:prstGeom>
          </p:spPr>
        </p:pic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A30161D4-4B08-733A-6632-A184BB1FE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439177" y="9963494"/>
              <a:ext cx="300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074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3511</TotalTime>
  <Words>74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PT Mono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Ricardo Daniel Pereira da Costa</cp:lastModifiedBy>
  <cp:revision>220</cp:revision>
  <dcterms:created xsi:type="dcterms:W3CDTF">2023-06-24T09:28:25Z</dcterms:created>
  <dcterms:modified xsi:type="dcterms:W3CDTF">2025-10-05T02:50:27Z</dcterms:modified>
</cp:coreProperties>
</file>